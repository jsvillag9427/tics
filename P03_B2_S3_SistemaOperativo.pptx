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Operativo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Gestión de Archivos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· 4 horas | Bloque 2 · Manejo del SO y Software de Aplicación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el Sistema Operativo?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28016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programa que hace funcionar todo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8412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37744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operativo (SO) gestiona todos los recursos del hardware y permite que el resto del software funcione. Sin él, no hay Photoshop, ni Blender, ni ninguna aplicación posible.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4069080"/>
            <a:ext cx="8412480" cy="868680"/>
          </a:xfrm>
          <a:prstGeom prst="rect">
            <a:avLst/>
          </a:prstGeom>
          <a:solidFill>
            <a:srgbClr val="95D5B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40690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Ejemplo: Windows, macOS y Linux son los sistemas operativos más usados en producción digital.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Funciones principales del Sistema Operativo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procesos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qué programas se ejecutan y cómo comparten el CPU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memoria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RAM a cada aplicación activa y evita conflictos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archivos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dónde y cómo se guardan los archivos en el disco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periféricos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que el software use teclado, ratón, impresora, monitor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usuario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escritorio, las ventanas y los menús que ves en pantalla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usuarios, contraseñas y permisos de acceso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Explorador de Archivos: Organización Profesional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5943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El problema del principiante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Archivos en el escritorio sin orden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Nombres como 'foto_final2_ESTA_SÍ.psd'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Todo mezclado sin carpetas por proyecto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Pérdida de tiempo buscando versiones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Imposible trabajar en equipo así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4023360" cy="5943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14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Organización Profesional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Una carpeta raíz por proyecto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Subcarpetas: assets / entregables / referencias / versiones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Nombres descriptivos con fecha y versión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Nunca trabajar directamente en el escritorio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Backups automáticos en la nube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Nomenclatura de Archivos — El Estándar Profesional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❌ Mal nombrado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✅ Bien nombrado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Regla aplicada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 final.psd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2024-logo-cliente-v01.psd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+ descripción + versión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FOTO(2).jpg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2024-01-foto-producto-frontal.jpg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espacios ni caracteres especiales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presentacion nueva2.pptx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2024-presentacion-tics-v03.pptx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Minúsculas, guiones, sin tildes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untitled.ai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2024-ilustracion-portada-v01.ai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descriptivo y versionado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Atajos de Teclado Esenciales — Productividad Profesional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35661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Atajo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Función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Por qué importa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C / Ctrl + 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Copiar / Pegar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cualquier flujo de trabajo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Z / Ctrl + 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Deshacer / Rehacer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 sin miedo a equivocarte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Hábito crítico — ¡hazlo cada 5 minutos!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Encuentra cualquier archivo o texto al instante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 + Tab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Cambiar entre apps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Eficiencia entre Photoshop, Drive y navegador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+ E / Cmd + Space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Abrir explorador / Spotlight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rápido sin trackpad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Actividad — Organiza tu Entorno de Trabajo (2 horas)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horas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la estructura de carpetas para el portafolio del año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en tu cuenta de usuario la carpeta raíz: 'Portafolio-2024-TuNombre'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Dentro: subcarpetas Bloque1 / Bloque2 / Bloque3 / Bloque4 / Recursos-generales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nomenclatura profesional en cada carpeta y archivo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sincronización automática con Google Drive como backup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Reto de Eficiencia — Atajos de Teclado (1 hora)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hora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Competencia cronometrada de organización y atajos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entrega 20 archivos con nombres incorrectos y en ubicaciones equivocadas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Tarea: organizar y renombrar todos correctamente en el menor tiempo posible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usar SOLO atajos de teclado (sin menús de clic derecho)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grupo comparte estrategias: ¿qué atajo les ahorró más tiempo?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Evidencias de Aprendizaje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Estructura de carpetas del portafolio creada en el equipo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Sincronización con Google Drive configurada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Participación en el reto de atajos de teclado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Técnico en Integración de Contenidos Digitales | Grado 10°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2026-02-21T20:16:50Z</dcterms:created>
  <dcterms:modified xsi:type="dcterms:W3CDTF">2026-02-21T20:16:50Z</dcterms:modified>
</cp:coreProperties>
</file>