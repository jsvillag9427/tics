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son las TIC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para qué sirven?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4 horas | Grado 10° · Integración de Contenidos Digitales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 de TIC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280160"/>
          </a:xfrm>
          <a:prstGeom prst="rect">
            <a:avLst/>
          </a:prstGeom>
          <a:solidFill>
            <a:srgbClr val="03045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Tecnologías de la Información y la Comunicación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774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herramientas, equipos, programas, redes y medios que permiten la captura, procesamiento, almacenamiento y transmisión de información en formato digital.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4069080"/>
            <a:ext cx="8412480" cy="868680"/>
          </a:xfrm>
          <a:prstGeom prst="rect">
            <a:avLst/>
          </a:prstGeom>
          <a:solidFill>
            <a:srgbClr val="90E0E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4069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Ejemplo: La tableta con la que diseñas, el software con que editas, la nube donde guardas — todo eso son TIC.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TIC en tu futura profesión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CREAR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gráficos, editar fotos, producir ilustraciones digitales usando software profesional.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PRODUCIR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video, animar, generar audio — todo el flujo de producción multimedia depende de TIC.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5486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📡 PUBLICAR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contenido en plataformas digitales, gestionar redes, subir proyectos a la nube.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Clasificación de las TIC — 3 grandes grupos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HARDWARE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físicos y tangibles: computadores, tabletas, teléfonos, periféricos, servidores, cables.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SOFTWARE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e instrucciones: sistema operativo, aplicaciones, drivers, plataformas web y apps.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5486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REDES &amp; SERVICIOS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conectividad: WiFi, fibra óptica, internet, servicios en la nube, streaming.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Hardware: Equipos y Periféricos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de escritorio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rendimiento, ideal para diseño gráfico y edición de video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portátil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Versatilidad y movilidad, muy usado en producción de contenidos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digital, diseño táctil, bocetado rápido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inteligente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Fotografía, video, prototipado y consumo de contenidos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Periféricos de entrada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Teclado, ratón, tableta digitalizadora, micrófono, cámara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Periféricos de salida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impresora, parlantes, auriculares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— Tipos y Clasificación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86868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023360" cy="457200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868680"/>
            <a:ext cx="4023360" cy="4572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de Sistema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de Aplicación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 (Windows, macOS, Linux)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y controladores de hardware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Utilitarios del sistema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de arranque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gráfico: Photoshop, Illustrator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de video: Premiere, DaVinci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Animación: Blender, After Effects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Productividad: Word, Excel, Canva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Navegadores: Chrome, Firefox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1 — Diagnóstico Activo (30 min)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103120"/>
          </a:xfrm>
          <a:prstGeom prst="rect">
            <a:avLst/>
          </a:prstGeom>
          <a:solidFill>
            <a:srgbClr val="03045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tecnología usas a diario y para qué?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Cada estudiante responde individualmente (5 min)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Lluvia de ideas en el tablero: el docente recoge respuestas del grupo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Clasificamos juntos qué es hardware, software y red en cada respuesta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2 — Clasificación en Grupos (1 hora)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hora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30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Clasificación de dispositivos y software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entrega tarjetas con nombres de dispositivos y software a grupos de 3 estudiantes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grupos deben clasificar las tarjetas en categorías: Hardware / Software de sistema / Software de aplicación / Servicios de internet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argumenta por qué ubicó cada tarjeta en su categoría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retroalimenta y corrige con el grupo completo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Evidencias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Participación en la lluvia de ideas inicial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Clasificación correcta de tarjetas de dispositivos y software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Primeras anotaciones en la bitácora personal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Técnico en Integración de Contenidos Digitales | Grado 10°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B1-S1: ¿Qué son las TIC?</dc:title>
  <dc:subject>PptxGenJS Presentation</dc:subject>
  <dc:creator>PptxGenJS</dc:creator>
  <cp:lastModifiedBy>PptxGenJS</cp:lastModifiedBy>
  <cp:revision>1</cp:revision>
  <dcterms:created xsi:type="dcterms:W3CDTF">2026-02-21T20:16:49Z</dcterms:created>
  <dcterms:modified xsi:type="dcterms:W3CDTF">2026-02-21T20:16:49Z</dcterms:modified>
</cp:coreProperties>
</file>