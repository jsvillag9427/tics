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B2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C7500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C75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spc="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Verificación y Portafolio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spc="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Profesional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· 4 horas | Bloque 4 · Verificación, Comprobación y Buenas Prácticas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75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significa que un producto digital 'está bien'?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651760" cy="548640"/>
          </a:xfrm>
          <a:prstGeom prst="rect">
            <a:avLst/>
          </a:prstGeom>
          <a:solidFill>
            <a:srgbClr val="C750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DIMENSIÓN TÉCNICA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23774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correctos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Nomenclatura profesional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carpetas coherente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errores ortográficos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y resolución adecuados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60120"/>
            <a:ext cx="2651760" cy="548640"/>
          </a:xfrm>
          <a:prstGeom prst="rect">
            <a:avLst/>
          </a:prstGeom>
          <a:solidFill>
            <a:srgbClr val="7B2D00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960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DIMENSIÓN FUNCIONAL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383280" y="1600200"/>
            <a:ext cx="23774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enlaces funcionan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archivos se abren sin error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de acceso correctos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contenido responde al encargo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intuitiva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60120"/>
            <a:ext cx="2651760" cy="548640"/>
          </a:xfrm>
          <a:prstGeom prst="rect">
            <a:avLst/>
          </a:prstGeom>
          <a:solidFill>
            <a:srgbClr val="C75000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960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DIMENSIÓN COMUNICATIVA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63640" y="1600200"/>
            <a:ext cx="23774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mensaje es claro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audiencia lo entiende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apoya el contenido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coherente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visual consistente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75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Técnicas de Comprobación Profesional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verificación (checklist)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concretos confirmados uno a uno. Elimina la dependencia de la memoria.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con usuario externo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a alguien que no participó que intente usar el producto. Revela problemas que el creador no ve.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contra el brief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el entregable con los requisitos originales. ¿Cumple cada punto? ¿Falta algo?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en diferentes dispositivos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ve igual en el computador del compañero que en el tuyo? ¿Y en el celular?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'test de los 5 segundos'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¿Puede alguien entender de qué trata el portafolio en menos de 5 segundos?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75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Portafolio Digital Profesional — Componentes Esenciales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Portada o página de inicio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foto (opcional), perfil en 2-3 líneas, programa y nivel de formación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o estructura navegable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Carpetas bien nombradas + presentación de portada con hipervínculos a cada sección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por bloque o tipo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producto identificado: nombre, actividad de origen, qué demuestra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 sobre el aprendizaje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más valioso: no describe qué hiciste — explica qué aprendiste y cómo lo aplicarás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acceso correcta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para cualquiera con el enlace, sin contraseña ni cuenta especial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75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Apertura — Lista de Verificación del Profesional (30 min)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solidFill>
            <a:srgbClr val="C750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45920" y="960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30 minutos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3258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B2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Escenario: Acabas de terminar el portafolio de tu cliente. Tienes 10 minutos antes de enviarlo. ¿Qué revisas?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estudiante escribe individualmente su lista de verificación (5 min)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docente recoge respuestas y las organiza en el tablero por categorías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presenta la lista de verificación profesional real del sector — comparación y análisis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¿qué criterios nunca consideramos pero son críticos?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75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Actividad Central — Construir el Portafolio (2 h 30 min)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solidFill>
            <a:srgbClr val="C750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45920" y="960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horas 30 minutos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3258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B2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Construir el portafolio digital completo con todas las evidencias de los Bloques 1, 2 y 3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en Google Drive la carpeta raíz: 'Portafolio-TIC-2024-TuNombre'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Subcarpetas: Bloque1 / Bloque2 / Bloque3 / Reflexion-Final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Portada de presentación con hipervínculos a cada sección y descripción de cada evidencia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 escrita (mínimo 15 líneas) en Google Docs dentro de la carpeta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75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Comprobación Entre Pares (1 hora)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solidFill>
            <a:srgbClr val="C750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A3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45920" y="960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hora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3258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B2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Intercambio de enlace del portafolio con un compañero asignado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Navegar el portafolio del compañero como evaluador externo: ¿puedes encontrar todo sin ayuda?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la lista de verificación: ¿están todas las evidencias? ¿funcionan los enlaces? ¿son legibles los permisos?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en la ficha: 2 aspectos positivos + 1 sugerencia concreta de mejora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autor tiene 15 minutos para aplicar los ajustes antes de la entrega final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B2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C75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Evidencias de Aprendizaje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Portafolio digital completo en Google Drive con enlace compartido correctamente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Reflexión escrita de mínimo 15 líneas incorporada al portafolio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Ficha de comprobación entre pares completada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6118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Técnico en Integración de Contenidos Digitales | Grado 10°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2026-02-21T20:16:50Z</dcterms:created>
  <dcterms:modified xsi:type="dcterms:W3CDTF">2026-02-21T20:16:50Z</dcterms:modified>
</cp:coreProperties>
</file>