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Correo Profesional,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Colaboración e IA de Texto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4 horas | Comunicación digital y trabajo en equipo con inteligencia artificial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Correo Electrónico — Tu Tarjeta de Presentación Digital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 claro y específico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'Propuesta de diseño — Proyecto Logo XYZ — Entrega 15/01' (no: 'aquí te mando lo que me pediste')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 formal adecuado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'Estimada/o [nombre]:' para cliente nuevo. 'Hola [nombre]:' para cliente frecuente.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breve y estructurado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idea por párrafo. Máximo 5 párrafos. No novelas en el correo.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profesional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completo, cargo, teléfono, enlace a portafolio. Siempre.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adjuntos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correctamente. Avisar en el texto que hay adjunto. Verificar que se adjuntó.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24 horas en días hábiles — esto define tu reputación profesional.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Drive y Herramientas Colaborativas en la Nube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Google Drive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organización de proyectos en la nube. Acceso desde cualquier dispositivo. Compartir con permisos específicos.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Google Docs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colaborativa en tiempo real. Ver quién editó qué y cuándo. Comentarios y sugerencias directamente en el texto.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Canva Teams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colaborativo: varios miembros editan la misma presentación o gráfico simultáneamente. Ideal para producción rápida.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Transferencia de Archivos — Opciones para Producción Digital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86868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solidFill>
            <a:srgbClr val="DDA0DD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archivos grandes (video, 3D)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archivos pequeños (docs, imágenes)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WeTransfer: hasta 2 GB gratis, enlace temporal de 7 días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Drive: hasta 15 GB gratis, enlace permanente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Dropbox: sincronización automática, ideal para equipos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Frame.io: específico para revisión de video con el cliente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electrónico: hasta 25 MB en la mayoría de clientes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con enlace compartido: el más universal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Telegram: para comunicación rápida con el equipo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SENA (Sophia/Territorium): para entregas oficiales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de Texto para el Integrador de Contenidos — Usos Concretos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 correos profesionales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'Redacta un correo para cotizar un proyecto de diseño de logo a un cliente nuevo'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ideas de contenido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'Dame 10 ideas de posts para Instagram de un diseñador freelance principiante'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guion de video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'Escribe un guion de 60 segundos para un reel sobre tipografía para diseñadores'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textos propios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'Mejora este párrafo para que suene más profesional y conciso: [texto]'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rápida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'Explícame en 5 puntos la diferencia entre diseño UX y UI para presentárselo a un cliente'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ortográfica y de estilo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'Revisa este texto en busca de errores ortográficos y de coherencia'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1 — Correo Profesional y Glosario Colaborativo (2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correo profesional + construir glosario TIC con 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(1h): Configurar firma profesional en el correo institucional. Redactar un correo de presentación a un cliente ficticio cotizando el proyecto del guion de la Sesión 4.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(1h): En grupos de 3, crear un Glosario TIC colaborativo en Google Docs. Cada integrante escribe 5 términos con definición, usando la IA como asistente — pero revisando y corrigiendo cada resultado antes de publicarlo.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2 — Guion con IA + Criterio Editorial (1 hora)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Generar el borrador de un guion con IA y mejorarlo con criterio propio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partida: 'Escribe un guion de 60 segundos para un video sobre [tema asignado] dirigido a estudiantes de diseño'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resultado críticamente: ¿qué está bien? ¿qué cambiarías? ¿qué falta?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el guion con criterio propio hasta que represente tu voz como creador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Reflexión: ¿En qué se diferencia el borrador de la IA del guion final? ¿Qué valor añadiste tú?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A0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Correo profesional configurado con firma + correo de cotización redactado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Glosario TIC colaborativo en Google Docs (5 términos por integrante)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Guion mejorado con criterio editorial propio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