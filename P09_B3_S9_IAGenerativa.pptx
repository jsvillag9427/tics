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Generativa: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Imagen, Audio y Video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4 horas | Herramientas de producción del presente — no del futuro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 de Imagen — El Panorama Actual (2025)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Adobe Firefly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en Photoshop e Illustrator. Entrenado con imágenes con licencia. El más seguro para uso comercial profesional.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Midjourney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artística muy alta. Se usa por Discord o web. Favorito de diseñadores para referencias visuales y concept art.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DALL-E / Canva 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en ChatGPT y Canva. Muy accesible para principiantes. Ideal para mockups rápidos y assets sencillos.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 Efectivos para IA de Imagen — La Clave del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básica de un prompt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[Qué] + [Estilo visual] + [Iluminación] + [Composición] + [Técnica/Material]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básico (malo)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 logo'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mejorado (bueno)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'Logo minimalista de una cafetería artesanal, estilo línea, paleta monocromática café y crema, sobre fondo blanco, sin texto'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 de estilo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'editorial', 'flat design', 'watercolor', 'photorealistic', 'vector art', 'cinematic lighting'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mejora con cada refinamiento. El prompt final rara vez es el primero. Experimenta.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 de Audio — Voces y Música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🎙️ IA de Voz — ElevenLabs y similares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Clonar cualquier voz con 30 segundos de muestra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Narración profesional sin locutor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Múltiples idiomas y acentos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 de velocidad, énfasis y emoción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Uso ético: SOLO con consentimiento del titular de la voz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🎵 IA de Música — Suno, Udio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Generar música original desde una descripción de texto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Estilo, tempo, instrumentos y duración controlables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royalties para uso propio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para: videos, podcasts, animaciones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Aún limitada en estructura y variación compleja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 de Video — La Frontera más Nueva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 Gen-3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videos de 4-10 segundos de alta calidad desde imagen o texto. Muy usado en publicidad.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(OpenAI)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videos de hasta 1 minuto. Aún en acceso limitado. Calidad sin precedentes.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Pika Labs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 imágenes estáticas, genera transiciones, añade movimiento a ilustraciones.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 / Hailuo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accesibles con buena relación calidad-costo para producción rápida.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actual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videos de IA aún tienen errores físicos: manos incorrectas, texto ilegible, movimientos antinaturales.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profesional real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animatics, referencias de movimiento, y efectos de fondo — no reemplaza la producción completa.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Flujo de Trabajo Híbrido: IA + Software Tradicional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DDA0DD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Donde la IA AYUDA mucho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Donde el humano es IRREEMPLAZABLE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rápida de referencias visuales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de fondo sin royalties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Narración de videos largos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borradores de copy y guiones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 de un mismo concepto visual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creativa y visión del proyecto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estético y toma de decisiones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cliente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de identidad de marca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responsabilidad del contenido publicado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— Assets Visuales y Audio con IA (3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Generar assets para el guion creado en Sesión 8 usando IA de imagen y voz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(1h 30min): Generar 3-5 imágenes para el guion con Adobe Firefly, Canva IA o Midjourney. Registrar el prompt usado en cada imagen.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(1h): Refinar la mejor imagen en Photoshop o Canva — la IA da el 70%, el humano completa el 30%.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(30min): Generar la narración del guion en ElevenLabs. Comparar con grabación propia: ¿cuál suena más auténtica? ¿Cuándo usar cada una?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A0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3-5 assets visuales generados con IA + prompts documentados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Una imagen refinada con software tradicional (Photoshop/Canva)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Narración de guion generada con IA + análisis comparativo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