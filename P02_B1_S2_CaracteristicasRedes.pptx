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Técnicas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Redes de Datos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· 4 horas | Grado 10° · Integración de Contenidos Digitales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Técnicas Clave de un Equipo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Componente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¿Qué hace?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Importancia para el diseñador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Procesador (CPU)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instrucciones del software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GHz y núcleos = render más rápido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datos del programa en uso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mínimo; 16-32 GB para video y 3D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proyectos y archivos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SSD: 10x más rápido que HDD; crucial para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 gráfica (GPU)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 imágenes y video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Esencial para animación 3D y render por GPU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de pantalla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la imagen final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HD mínimo; 4K recomendado para diseño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Comparación de Dispositivos para Contenidos Digitales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Escritorio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Máximo rendimiento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Pantalla grande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Upgradeable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portátil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Ideal para: render, animación 3D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Portátil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Movilidad total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Todo en uno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Menor rendimiento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Batería limitada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Ideal para: diseño, fotografía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Tableta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Diseño táctil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Bocetado digital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 teclado físico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Software limitado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Ideal para: ilustración, bocetos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Redes de Datos — Tipos y Conectividad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LAN (Local Area Network)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dispositivos en un área pequeña: el aula, una oficina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WAN (Wide Area Network)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redes de todo el mundo — internet es la WAN más grande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inalámbrica local. La más usada en aulas y hogares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óptica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datos mediante luz: la más rápida y estable para producción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/ 5G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móvil de alta velocidad para trabajo remoto y streaming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 corto alcance: auriculares, tableta digitalizadora, periféricos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 y Servicios en la Nube para el Creador de Contenidos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868680"/>
            <a:ext cx="40233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Internet te permite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Servicios en la nube esenciales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referentes visuales y tendencias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y distribuir tus proyectos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en tiempo real con clientes y equipo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cursos, tutoriales y recursos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herramientas web sin instalación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Drive: almacenar y compartir proyectos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Canva: diseño rápido en línea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Behance / ArtStation: portafolio profesional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Creative Cloud: suite de software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distribución de video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3 — Exploración del Aula + Ficha Técnica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Reconocimiento físico de periféricos y elaboración de ficha técnica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físicamente cada periférico del computador del aula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la ficha técnica: nombre, función, tipo (entrada/salida), características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las especificaciones técnicas visibles del equipo (RAM, procesador, almacenamiento)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Reflexión: '¿Este equipo es suficiente para el trabajo de un integrador de contenidos digitales?'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4 — Mapa Mental Colaborativo (1 hora)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hora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mental digital sobre tipos de TIC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parejas: crear un mapa mental en MindMeister, Canva o herramienta disponible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central: 'TIC para el integrador de contenidos digitales'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principales: Hardware / Software / Redes / Servicios en la nube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al menos 3 ejemplos por rama con relación al programa técnico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Reflexión Final — Bitácora (30 min)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30 minutos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Reflexión escrita individual en la bitácora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'¿Qué herramienta TIC sería más útil para un integrador de contenidos digitales y por qué?'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8 líneas con argumento concreto y ejemplos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herramienta elegida con al menos una tarea real del programa técnico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Ficha técnica de periféricos del aula completada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Mapa mental digital sobre tipos de TIC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Reflexión escrita en la bitácora personal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