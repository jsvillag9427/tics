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Internet, Búsqueda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spc="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Inteligente e IA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7 · 4 horas | Bloque 3 · Internet, Servicios Digitales y Redes Sociales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Internet vs. Web — No son lo mismo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Internet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de red global que conecta millones de dispositivos mediante protocolos estándar (TCP/IP).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las carreteras y autopistas del mundo digital.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desde los años 60 (ARPANET).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4023360" cy="59436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🕸️ World Wide Web (WWW)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de los SERVICIOS que funciona sobre internet: sistema de páginas y recursos interconectados mediante hipervínculos.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los vehículos y el tráfico que usan las carreteras.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Inventada por Tim Berners-Lee en 1989.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Búsqueda Inteligente — Más allá de escribir en Google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"diseño tipográfico"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= buscar la frase exacta, no palabras separadas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-amateur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 menos = excluir una palabra de los resultados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site:behance.net ilustración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solo dentro de un sitio específico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filetype:pdf manual diseño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solo un tipo de archivo específico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after:2023 tendencias diseño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publicados después de una fecha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related:awwwards.com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similares a uno que ya conoces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Crítica de Fuentes — ¿Cómo saber si es confiable?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Criterio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Pregunta clave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Señal de alerta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26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Autoría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escribió esto? ¿Tiene credenciales?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autor identificado o anónimo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Actualidad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fue publicado o actualizado?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de 3 años en tecnología = posiblemente obsoleto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 primaria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¿Cita fuentes originales? ¿Hay referencias?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bibliografía ni enlaces a fuentes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¿Informa, vende o manipula?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sensacionalista o alarmista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¿Los datos son verificables en otras fuentes?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Estadísticas sin origen o irrepetibles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realmente la Inteligencia Artificial?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80160"/>
          </a:xfrm>
          <a:prstGeom prst="rect">
            <a:avLst/>
          </a:prstGeom>
          <a:solidFill>
            <a:srgbClr val="4A126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= sistemas que realizan tareas que normalmente requieren inteligencia humana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377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'piensa' como un humano — procesa patrones en cantidades masivas de datos y genera respuestas estadísticamente probables. No comprende: calcula.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4069080"/>
            <a:ext cx="8412480" cy="868680"/>
          </a:xfrm>
          <a:prstGeom prst="rect">
            <a:avLst/>
          </a:prstGeom>
          <a:solidFill>
            <a:srgbClr val="DDA0D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1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Ejemplo: ChatGPT no 'sabe' que el cielo es azul — ha procesado millones de textos donde aparece esa información y la reproduce.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IA relevantes para el Integrador de Contenidos Digitales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 IA de Texto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Genera, resume y edita texto.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Gemini, Claude.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guiones, emails, copywriting, ideas de contenido.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54864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IA de Imagen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imágenes desde texto.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Adobe Firefly, DALL-E.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referencias visuales, assets, concept art.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651760" cy="5486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960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IA de Video/Audio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3774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video, voz y música.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ML, ElevenLabs, Suno.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para: narración, música de fondo, animación rápida.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Actividad — Búsqueda Avanzada y Primer Contacto con IA (2 horas)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horas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3258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A12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Investigar referentes visuales con búsqueda profesional + explorar herramienta de 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(1h): Usar operadores de búsqueda avanzada para encontrar 5 referentes visuales confiables de un estilo gráfico asignado por el docente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(30 min): Primer contacto con ChatGPT, Gemini o Claude: pedir ideas de contenido para su red social profesional ideal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(30 min): Debate grupal — '¿Todo lo que hay en internet es verdad? ¿Puede la IA mentir?'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12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DA0D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Evidencias de Aprendizaje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referentes visuales encontrados con búsqueda avanzada y evaluados con rúbrica de confiabilidad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Registro de la primera interacción con herramienta de IA en la bitácora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Participación en el debate sobre desinformación digital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— Técnico en Integración de Contenidos Digitales | Grado 10°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2026-02-21T20:16:50Z</dcterms:created>
  <dcterms:modified xsi:type="dcterms:W3CDTF">2026-02-21T20:16:50Z</dcterms:modified>
</cp:coreProperties>
</file>