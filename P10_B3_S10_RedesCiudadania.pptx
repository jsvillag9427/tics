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7B2D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 Sociales, Ciudadanía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y Futuro de la Profesión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4 horas | Tu identidad digital como integrador de contenidos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 Sociales como Plataformas Profesionales del Sector Creativo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Red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Función profesional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Qué publicar como integrador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digital y networking profesional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con contexto de aprendizaje, logros técnicos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Portafolio de diseño y multimedia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studies: proceso + resultado de cada proyecto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Portafolio visual rápido y marca personal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 creativo, behind the scenes, resultado final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Tutoriales, reels largos, vlogs de proceso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Timelapse de proyectos, tutoriales, reviews de herramientas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 / Reels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 corto de alto alcance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Tips rápidos de diseño, trends visuales, showcases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Ciudadanía Digital — Huella Digital y Privacidad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huella digital es permanente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publicas queda. Aunque lo borres, puede haber sido guardado o capturado.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perfil público habla por ti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empleador o cliente revisa tus redes antes de contratarte — es parte del proceso de selección.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activa vs. privacidad pasiva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no publicar cosas malas. Hay que construir activamente lo que quieres que vean.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 personal de lo profesional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público para el trabajo; privacidad real para la vida personal.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y 2FA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contraseñas + autenticación en dos pasos en TODAS las cuentas profesionales.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Derechos de Autor en la Era de la IA — El Gran Debate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¿Quién es el autor?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humano que dio el prompt? ¿La empresa dueña del modelo? ¿Los artistas cuyos datos entrenaron la IA? Hoy no hay respuesta legal definitiva.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¿Puedo usarlo comercialmente?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la herramienta. Adobe Firefly: sí. Midjourney: sí con plan Pro. DALL-E: sí. Verifica siempre los términos de servicio.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5486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🎭 Deepfakes: el peligro real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audio o imagen generada para hacer parecer que alguien dijo o hizo algo que no ocurrió. Uso no consensuado = delito en muchos países.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¿La IA va a reemplazar mi trabajo como diseñador?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59436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en riesgo de automatización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Retoque fotográfico básico y repetitivo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Redimensionado y adaptación de formatos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Generación de variaciones de banners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Transcripción y subtitulado de video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Primera búsqueda de referencias visuales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59436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que la IA no puede reemplazar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Dirección creativa y visión de marca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Relación con el cliente y empatía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Criterio ético sobre el contenido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Comprensión cultural y contextual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Curaduría y juicio estético humano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— Portafolio Profesional Inicial y Debate (2 horas)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horas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12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Construir la base del portafolio digital + debate sobre ética de la 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(1h): Organizar en Google Drive todos los assets generados en el Bloque 3 (guiones, imágenes IA, glosario, infografía). Esta carpeta es el núcleo del portafolio final.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(1h): Debate estructurado — 'Los diseñadores deberían recibir compensación cuando la IA se entrena con su trabajo'. Cada estudiante defiende una posición asignada con argumentos.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A0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Evidencias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Carpeta del Bloque 3 organizada profesionalmente en Google Drive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Infografía del flujo de trabajo con TIC e IA completada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Código personal de uso responsable de TIC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Técnico en Integración de Contenidos Digitales | Grado 10°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2026-02-21T20:16:50Z</dcterms:created>
  <dcterms:modified xsi:type="dcterms:W3CDTF">2026-02-21T20:16:50Z</dcterms:modified>
</cp:coreProperties>
</file>