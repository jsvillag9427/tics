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de Presentaciones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Efectivas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4 horas | Comunicación visual para el integrador de contenidos digitales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Error más Común: La Presentación como Documento de Word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5943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Lo que NO es una presentación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Párrafos completos en cada diapositiva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expositor lee lo que está en pantalla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Más de 30 palabras por diapositiva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bullets por slide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Fondo blanco, fuente Times New Roman, sin imágenes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público deja de mirar en el slide 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594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Lo que SÍ es una presentación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 idea por diapositiva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visual complementa la voz, no la duplica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Máximo 6 palabras clave en pantalla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Imágenes de alta calidad que comunican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Jerarquía visual clara: título &gt; subtítulo &gt; detalle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público escucha y mira al mismo tiempo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4 Principios del Diseño de Diapositivas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5943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CONTRASTE — Que se vea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oscuro sobre fondo claro (o al revés). Nunca gris sobre gris. El elemento más importante debe ser el más visible.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Regla: si tienes que esforzarte para leerlo, está mal.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594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JERARQUÍA — Que se entienda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título es más grande que el subtítulo. El subtítulo es más grande que el cuerpo. El ojo del espectador debe saber por dónde empezar.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Regla: una diapositiva = una idea principal.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Tipografía y Color en Presentaciones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las 2 fuentes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para títulos (con personalidad), otra para cuerpo (limpia y legible). Nunca más de dos.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mínimo en pantalla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32pt para títulos, 20pt para cuerpo. Proyectado en TV o pared, el texto debe verse desde el fondo del aula.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3 colores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color dominante (60%), uno secundario (30%), uno de acento (10%). Más colores = visual caótico.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 color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mínimo 4.5:1 entre texto y fondo. Nunca amarillo sobre blanco ni azul oscuro sobre negro.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y emoción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confianza y tecnología. Verde: sostenibilidad y crecimiento. Naranja: creatividad y energía.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Animaciones y Transiciones — Cuándo Sí y Cuándo No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USA ANIMACIONES PARA...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Revelar información progresivamente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un proceso paso a paso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 la atención del espectador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una narrativa visual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NO USES ANIMACIONES PARA...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la presentación 'más interesante'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Compensaar falta de contenido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todo gire, rebote o se desvanezca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Presuntamente demostrar dominio técnico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REGLA MAESTRA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animación añade información o guía la mirada del espectador: úsala.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es 'decorativa': elimínala.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1 — Análisis Crítico de Presentaciones (1 hora)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docente proyecta dos presentaciones reales: una mal diseñada y una profesional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ambas presentaciones en silencio (5 min cada una)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en grupos: ¿qué principios de diseño aplica o viola cada una?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Socializar: ¿qué haría diferente en la presentación mal diseñada?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elaborar entre todos una lista de 5 reglas de oro para presentaciones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2 — Tu Presentación sobre TIC (2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una presentación de 8-10 diapositivas: 'Las TIC en la producción de contenidos'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primero la paleta de colores y las 2 fuentes antes de empezar a escribir contenido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plantilla (template) con el estilo que usarás en todas las diapositivas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idea por diapositiva: máximo 6-8 palabras en el título + imagen o dato visual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en máximo 3 minutos ante el grupo: retroalimentación con 'dos estrellas y un deseo'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Plantilla (template) de presentación con paleta y tipografía propia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Presentación de 8-10 diapositivas sobre TIC con diseño profesional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Participación en retroalimentación grupal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