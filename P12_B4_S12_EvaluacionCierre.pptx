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C75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Evaluación, Cierre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Proyección Profesional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4 horas | Cierre de la competencia TIC — el camino que sigue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Autoevaluación como Competencia Profesional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80160"/>
          </a:xfrm>
          <a:prstGeom prst="rect">
            <a:avLst/>
          </a:prstGeom>
          <a:solidFill>
            <a:srgbClr val="7B2D0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Evaluar tu propio trabajo con objetividad es una habilidad de primer nivel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774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mejores creativos no esperan que alguien les diga qué mejorar. Desarrollan la capacidad de verse desde afuera: reconocer fortalezas, identificar puntos ciegos y trazar rutas de mejora propias.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solidFill>
            <a:srgbClr val="FFD16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4069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Ejemplo: 'Aprendí a organizar archivos con nomenclatura profesional y sé que eso me va a servir en todos mis proyectos' — esto es autoevaluación. 'Creo que me fue bien' — esto no lo 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Retroalimentación Entre Pares — Cómo Hacerla Bien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'está desordenado'. Sí: 'la diapositiva 4 tiene tres fuentes tipográficas, lo que dificulta la lectura'.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Equilibrada — 'Dos estrellas y un deseo'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dos cosas que están bien antes de señalar lo que puede mejorar.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 a la acción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describe el problema: sugiere una dirección. '¿Podrías unificar la tipografía usando solo dos fuentes?'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Respetuosa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el trabajo, no a la persona. El tono profesional es la base de cualquier relación de trabajo.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retroalimentación útil termina con algo que el autor puede hacer diferente, no con juicios.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TIC son la Base de Todo el Programa Técnico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9377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Competencia que viene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Habilidad TIC que la sustenta directamente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gráfico digital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archivos, nomenclatura profesional, formatos digitales, 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Producción audiovisual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Hoja de cálculo para presupuestos, procesador de texto para guiones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Animación 2D y 3D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Organización de renders, compresión, formatos de imagen y video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Edición de video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almacenamiento, versiones de archivos, transferencia de video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contenidos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sociales, plataformas, IA generativa, ciudadanía digital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Presentación del Portafolio ante el Grupo (2 horas)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horas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2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estudiante presenta su portafolio en máximo 5 minutos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en vivo por el portafolio: mostrar la estructura y la portada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al menos 2 evidencias elegidas por el propio estudiante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en voz alta una frase de su reflexión: el aprendizaje más significativo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retroalimentación del grupo usando la rúbrica de coevaluación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Autoevaluación y Metacognición (30 min)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 minutos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2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Formulario individual de autoevaluación profunda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herramienta TIC domino con mayor fluidez? ¿Por qué?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herramienta me costó más trabajo? ¿Qué estrategia usé para superarlo?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del proceso aprendí algo que no esperaba aprender?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competencia técnica del programa espero con más interés y por qué?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75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construiste en esta competencia: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Reconoces y clasificas las TIC con criterio profesional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Manejas el SO, procesador de texto, hoja de cálculo y presentaciones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Navegas internet con criterio, colaboras en la nube y usas herramientas de IA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Verificas tu trabajo antes de entregarlo y evalúas con objetividad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Tienes un portafolio digital profesional que seguirá creciendo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Esto es el comienzo — ahora viene el diseño, la animación, el video y la IA.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2026-02-21T20:16:50Z</dcterms:created>
  <dcterms:modified xsi:type="dcterms:W3CDTF">2026-02-21T20:16:50Z</dcterms:modified>
</cp:coreProperties>
</file>