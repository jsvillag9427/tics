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Procesador de Texto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Profesional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· 4 horas | Documentos técnicos para la producción de contenidos digitales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¿Para qué usa el procesador de texto un integrador de contenidos?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Guiones de video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más importante de la preproducción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técnicas de proyectos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formal de cada entregable para el cliente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y presupuestos escritos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profesional con clientes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de uso de aplicaciones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 productos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avance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escrito de proyectos en curso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simples y acuerdos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relaciones laborales formales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Estilos: La Herramienta más Poderosa del Procesador de Texto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Sin estilos (el principiante)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Formato manual en cada párrafo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Cambiar el título = cambiar 20 veces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estructura exportable a PDF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Inconsistencias visuales en todo el doc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índice automático no funciona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Con Estilos (el profesional)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clic aplica formato completo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 global instantáneo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 tabla de contenido automática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 con estructura a PDF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Coherencia visual garantizada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Tablas — Organización de Información Técnica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técnicas de proyectos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formato, dimensiones, color, fecha entrega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Cronogramas de entrega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Hito, fecha, responsable, estado del avance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materiales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Elemento, cantidad, costo unitario, total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Comparativas para el cliente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vs Opción B en características y precio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narrativos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descripción, valor — con formato Word profesional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de Guion Literario — Estándar de la Industria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Elemento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Formato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Ejemplo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Encabezado de escena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MAYÚSCULAS + INT/EXT + LUGAR + DÍA/NOCHE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INT. ESTUDIO DE GRABACIÓN - DÍA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/ Descripción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normal, margen izquierdo estándar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cámara recorre lentamente el estudio vacío.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Diálogo (personaje)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EN MAYÚSCULAS, centrado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Diálogo (texto)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centrado, márgenes reducidos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'El diseño no es decoración. Es comunicación.'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Acotación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en paréntesis, centrado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 pausa, mirando a cámara)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1 — Ficha Técnica de Proyecto (1 hora 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 30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una ficha técnica profesional con estilos, tablas e imágenes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estilos de Título 1, Título 2 y Normal para estructurar el documento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una tabla con los datos técnicos del proyecto imaginario (formato, dimensiones, cliente, etc.)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una imagen de referencia visual con ajuste profesional de texto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la tabla de contenido automática al final del documento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2 — Guion de Video 1 minuto (1 hora 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 30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Redactar el guion literario de un video de 1 minuto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libre: elegir un contenido que podría publicarse en redes sociales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formato estándar de guion: encabezados de escena, acción, diálogo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debe tener mínimo 3 escenas claramente diferenciadas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como archivo .docx con nombre profesional y guardado en la carpeta Bloque2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Ficha técnica de proyecto en formato Word profesional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Guion de video de 1 minuto en formato estándar de la industria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